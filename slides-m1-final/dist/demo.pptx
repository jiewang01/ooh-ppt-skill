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 4 个议题，预计 40 分钟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数据来源：行业协会 2025 年报（示意）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详细设计见架构文档第 3 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 验收口径：双端断言全绿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itle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97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产品规划评审</a:t>
            </a:r>
            <a:endParaRPr lang="en-US" sz="3997" dirty="0"/>
          </a:p>
        </p:txBody>
      </p:sp>
      <p:sp>
        <p:nvSpPr>
          <p:cNvPr id="3" name="s01_subtitle"/>
          <p:cNvSpPr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5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声明式可编辑 PPT 管线 · M0 端到端演示</a:t>
            </a:r>
            <a:endParaRPr lang="en-US" sz="1995" dirty="0"/>
          </a:p>
        </p:txBody>
      </p:sp>
      <p:sp>
        <p:nvSpPr>
          <p:cNvPr id="4" name="s01_meta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6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2026-09-04 · 内部评审材料</a:t>
            </a:r>
            <a:endParaRPr lang="en-US" sz="11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</a:t>
            </a:r>
            <a:endParaRPr lang="en-US" sz="2796" dirty="0"/>
          </a:p>
        </p:txBody>
      </p:sp>
      <p:sp>
        <p:nvSpPr>
          <p:cNvPr id="3" name="s02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市场竞争格局回顾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资源与排期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17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</a:t>
            </a:r>
            <a:endParaRPr lang="en-US" sz="2796" dirty="0"/>
          </a:p>
        </p:txBody>
      </p:sp>
      <p:sp>
        <p:nvSpPr>
          <p:cNvPr id="3" name="s03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b="1" dirty="0">
                <a:solidFill>
                  <a:srgbClr val="2F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集中度 62%，同比 +3pct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头部两家产能扩张趋于谨慎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细分赛道 A 增速领先行业</a:t>
            </a:r>
            <a:endParaRPr lang="en-US" sz="1795" dirty="0"/>
          </a:p>
        </p:txBody>
      </p:sp>
      <p:sp>
        <p:nvSpPr>
          <p:cNvPr id="4" name="s03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5" name="s03_right_bar1"/>
          <p:cNvSpPr/>
          <p:nvPr/>
        </p:nvSpPr>
        <p:spPr>
          <a:xfrm>
            <a:off x="6523467" y="2560320"/>
            <a:ext cx="590428" cy="310896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6" name="s03_right_bar2"/>
          <p:cNvSpPr/>
          <p:nvPr/>
        </p:nvSpPr>
        <p:spPr>
          <a:xfrm>
            <a:off x="7596972" y="3078480"/>
            <a:ext cx="590428" cy="259080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7" name="s03_right_bar3"/>
          <p:cNvSpPr/>
          <p:nvPr/>
        </p:nvSpPr>
        <p:spPr>
          <a:xfrm>
            <a:off x="8670478" y="3769360"/>
            <a:ext cx="590428" cy="189992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" name="s03_right_bar4"/>
          <p:cNvSpPr/>
          <p:nvPr/>
        </p:nvSpPr>
        <p:spPr>
          <a:xfrm>
            <a:off x="9743984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9" name="s03_right_bar5"/>
          <p:cNvSpPr/>
          <p:nvPr/>
        </p:nvSpPr>
        <p:spPr>
          <a:xfrm>
            <a:off x="10817489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" name="s03_right_labels"/>
          <p:cNvSpPr/>
          <p:nvPr/>
        </p:nvSpPr>
        <p:spPr>
          <a:xfrm>
            <a:off x="6281928" y="571500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 18 · 公司 B 15 · 公司 C 11 · 公司 D 9 · 公司 E 9</a:t>
            </a:r>
            <a:endParaRPr lang="en-US" sz="800" dirty="0"/>
          </a:p>
        </p:txBody>
      </p:sp>
      <p:sp>
        <p:nvSpPr>
          <p:cNvPr id="11" name="s03_right_caption"/>
          <p:cNvSpPr/>
          <p:nvPr/>
        </p:nvSpPr>
        <p:spPr>
          <a:xfrm>
            <a:off x="6281928" y="5989320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市占率（示意）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2796" dirty="0"/>
          </a:p>
        </p:txBody>
      </p:sp>
      <p:sp>
        <p:nvSpPr>
          <p:cNvPr id="3" name="s04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 分片存储，单页独立生成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双渲染器共享同一元素树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渲染时强制布局断言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内容与样式彻底解耦</a:t>
            </a:r>
            <a:endParaRPr lang="en-US" sz="17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2796" dirty="0"/>
          </a:p>
        </p:txBody>
      </p:sp>
      <p:sp>
        <p:nvSpPr>
          <p:cNvPr id="3" name="s05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测量与真实渲染存在细微差异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图表终稿需替换原生对象</a:t>
            </a:r>
            <a:endParaRPr lang="en-US" sz="1795" dirty="0"/>
          </a:p>
        </p:txBody>
      </p:sp>
      <p:sp>
        <p:nvSpPr>
          <p:cNvPr id="4" name="s05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落地 golden 渲染比对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起预算硬闸兜底</a:t>
            </a:r>
            <a:endParaRPr lang="en-US" sz="17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demo_m0</dc:title>
  <dc:subject>PptxGenJS Presentation</dc:subject>
  <dc:creator>slides-dsl</dc:creator>
  <cp:lastModifiedBy>slides-dsl</cp:lastModifiedBy>
  <cp:revision>1</cp:revision>
  <dcterms:created xsi:type="dcterms:W3CDTF">2026-09-04T11:49:36Z</dcterms:created>
  <dcterms:modified xsi:type="dcterms:W3CDTF">2026-09-04T11:49:36Z</dcterms:modified>
</cp:coreProperties>
</file>