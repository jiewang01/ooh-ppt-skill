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52B4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-1005840"/>
            <a:ext cx="3291840" cy="3291840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297680"/>
            <a:ext cx="2560320" cy="2560320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640080"/>
            <a:ext cx="457200" cy="45720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5916168"/>
            <a:ext cx="3383280" cy="0"/>
          </a:xfrm>
          <a:prstGeom prst="line">
            <a:avLst/>
          </a:prstGeom>
          <a:noFill/>
          <a:ln w="19050">
            <a:solidFill>
              <a:srgbClr val="1E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4983480"/>
            <a:ext cx="310896" cy="914400"/>
          </a:xfrm>
          <a:prstGeom prst="roundRect">
            <a:avLst>
              <a:gd name="adj" fmla="val 11765"/>
            </a:avLst>
          </a:prstGeom>
          <a:solidFill>
            <a:srgbClr val="0B47B8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4526280"/>
            <a:ext cx="310896" cy="1371600"/>
          </a:xfrm>
          <a:prstGeom prst="roundRect">
            <a:avLst>
              <a:gd name="adj" fmla="val 11765"/>
            </a:avLst>
          </a:prstGeom>
          <a:solidFill>
            <a:srgbClr val="1E5BB0"/>
          </a:solidFill>
          <a:ln/>
        </p:spPr>
      </p:sp>
      <p:sp>
        <p:nvSpPr>
          <p:cNvPr id="11" name="Shape 9"/>
          <p:cNvSpPr/>
          <p:nvPr/>
        </p:nvSpPr>
        <p:spPr>
          <a:xfrm>
            <a:off x="8915400" y="4069080"/>
            <a:ext cx="310896" cy="1828800"/>
          </a:xfrm>
          <a:prstGeom prst="roundRect">
            <a:avLst>
              <a:gd name="adj" fmla="val 11765"/>
            </a:avLst>
          </a:prstGeom>
          <a:solidFill>
            <a:srgbClr val="0B47B8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3291840"/>
            <a:ext cx="310896" cy="2606040"/>
          </a:xfrm>
          <a:prstGeom prst="roundRect">
            <a:avLst>
              <a:gd name="adj" fmla="val 11765"/>
            </a:avLst>
          </a:prstGeom>
          <a:solidFill>
            <a:srgbClr val="0A59F7"/>
          </a:solidFill>
          <a:ln/>
        </p:spPr>
      </p:sp>
      <p:sp>
        <p:nvSpPr>
          <p:cNvPr id="13" name="Shape 11"/>
          <p:cNvSpPr/>
          <p:nvPr/>
        </p:nvSpPr>
        <p:spPr>
          <a:xfrm>
            <a:off x="9372600" y="3145536"/>
            <a:ext cx="310896" cy="91440"/>
          </a:xfrm>
          <a:prstGeom prst="roundRect">
            <a:avLst>
              <a:gd name="adj" fmla="val 30000"/>
            </a:avLst>
          </a:prstGeom>
          <a:solidFill>
            <a:srgbClr val="5B9BFF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871216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9DB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29800" y="3840480"/>
            <a:ext cx="310896" cy="2057400"/>
          </a:xfrm>
          <a:prstGeom prst="roundRect">
            <a:avLst>
              <a:gd name="adj" fmla="val 11765"/>
            </a:avLst>
          </a:prstGeom>
          <a:solidFill>
            <a:srgbClr val="0B47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4389120"/>
            <a:ext cx="310896" cy="1508760"/>
          </a:xfrm>
          <a:prstGeom prst="roundRect">
            <a:avLst>
              <a:gd name="adj" fmla="val 11765"/>
            </a:avLst>
          </a:prstGeom>
          <a:solidFill>
            <a:srgbClr val="1E5BB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44200" y="4846320"/>
            <a:ext cx="310896" cy="1051560"/>
          </a:xfrm>
          <a:prstGeom prst="roundRect">
            <a:avLst>
              <a:gd name="adj" fmla="val 11765"/>
            </a:avLst>
          </a:prstGeom>
          <a:solidFill>
            <a:srgbClr val="0B47B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01168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FA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 · Native Memory &amp; Ftrace 分析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3232" y="2432304"/>
            <a:ext cx="566928" cy="0"/>
          </a:xfrm>
          <a:prstGeom prst="line">
            <a:avLst/>
          </a:prstGeom>
          <a:noFill/>
          <a:ln w="38100">
            <a:solidFill>
              <a:srgbClr val="0A5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1518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8FB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" y="312724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应用内存分析工具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13232" y="42245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抓取  ·  峰值定位  ·  穿透归属  ·  归因报告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580644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152B4E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5943600"/>
            <a:ext cx="182880" cy="18288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582472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gitcode.com/hdcck/harmonyos-memory-analyzer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6355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E9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技术概览  ·  2026.08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项目概览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 · 解决什么问题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61264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82496"/>
            <a:ext cx="54864" cy="390448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37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工具定位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2677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2212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94560" y="221284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采集鸿蒙应用 Native Memory 与 Ftrace 数据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0540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2999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94560" y="29992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精确峰值定位、内存泄漏检测、调用链归属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37856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94560" y="378561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多维度内存归因（Native/ARKTS/ION/GPU/JS/Swap）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6268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45720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194560" y="4572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鸿蒙应用内存性能调优、泄漏排查、版本对比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1554480"/>
            <a:ext cx="47365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554480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8686800" y="173736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168249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种采集模式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69680" y="20116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 / 统计 / 采样 / 数据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2633472"/>
            <a:ext cx="47365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633472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E56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8686800" y="2816352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27614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章节归因报告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9680" y="30906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--attribution 全景分解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3712464"/>
            <a:ext cx="47365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3712464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E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13.5×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8686800" y="3895344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8404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调用链查询提速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869680" y="41696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540s → 40s 批量优化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4791456"/>
            <a:ext cx="47365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791456"/>
            <a:ext cx="1554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FA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&lt;3%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8686800" y="4974336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49194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 差距验证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869680" y="524865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smaps vs hidumper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核心能力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功能特性全景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17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09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1645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事件模式（推荐）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1993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逐事件记录分配/释放，精确峰值与泄漏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256" y="1517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709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E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45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采样模式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17136" y="1993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hidumper + smaps 快照，低开销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9872" y="1517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1709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8540496" y="1645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2752" y="1993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轻量采集，自动生成 PSS 趋势图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660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852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830C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" y="2788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峰值分析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3136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 hidumper 时序，多维度分解峰值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4256" y="2660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2852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B47B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788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智能穿透归属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7136" y="3136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穿透基础设施库，定位业务调用者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9872" y="2660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2852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03E36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2788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02752" y="3136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多维度归因 + 差距分析（&lt;3%）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803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995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FA24A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" y="3931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深度报告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1520" y="4279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调用链 / 时间序列 / FD 泄漏检测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34256" y="3803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3995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E8A8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931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屏幕截屏同步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17136" y="4279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采集期 ~3FPS 截屏，时间对齐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19872" y="3803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752" y="3995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A6478"/>
          </a:solidFill>
          <a:ln/>
        </p:spPr>
      </p:sp>
      <p:sp>
        <p:nvSpPr>
          <p:cNvPr id="43" name="Text 41"/>
          <p:cNvSpPr/>
          <p:nvPr/>
        </p:nvSpPr>
        <p:spPr>
          <a:xfrm>
            <a:off x="8540496" y="3931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Ftrace 抓取归档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02752" y="4279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抓取系统追踪数据并归档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946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5138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830C"/>
          </a:solidFill>
          <a:ln/>
        </p:spPr>
      </p:sp>
      <p:sp>
        <p:nvSpPr>
          <p:cNvPr id="47" name="Text 45"/>
          <p:cNvSpPr/>
          <p:nvPr/>
        </p:nvSpPr>
        <p:spPr>
          <a:xfrm>
            <a:off x="969264" y="5074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符号缺失检测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31520" y="5422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自动识别待符号化库并给方案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34256" y="4946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7136" y="5138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E56CF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5074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SO 深度分析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17136" y="5422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分析指定 SO 的内存分配详情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19872" y="4946904"/>
            <a:ext cx="351129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02752" y="5138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55" name="Text 53"/>
          <p:cNvSpPr/>
          <p:nvPr/>
        </p:nvSpPr>
        <p:spPr>
          <a:xfrm>
            <a:off x="8540496" y="507492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 节点树可视化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302752" y="5422392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dump + SVG 布局 + 差分对比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模式选型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四种采集模式对比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9143771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2615184"/>
                <a:gridCol w="2194560"/>
                <a:gridCol w="2350008"/>
                <a:gridCol w="23591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事件模式  ★推荐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统计模式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采样模式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statistics_interval:0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statistics_interval:10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无需配置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无需配置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数据表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native_hook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native_hook_statistic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 文件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 文件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精确峰值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A2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支持（配 hidumper）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883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部分（系统级）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883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部分（系统级）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泄漏检测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A2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趋势图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.hap 帧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A2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FA2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采集开销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精确峰值 / 泄漏 / 持有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分配热点 / ArkTS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 / 长时监控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快速看趋势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事件模式为推荐默认：精确峰值 + 泄漏检测 + 内存持有分析能力最完整；采样/数据模式适合无需 trace 的快速查看。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快速开始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环境要求与一键抓取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17904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45920"/>
            <a:ext cx="54864" cy="202996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007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86968" y="2148840"/>
            <a:ext cx="91440" cy="91440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048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/ Linux / Windows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11880" y="20482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跨平台运行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" y="2487168"/>
            <a:ext cx="91440" cy="91440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3865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386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分析脚本运行时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" y="2825496"/>
            <a:ext cx="91440" cy="91440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鸿蒙调试工具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6968" y="3163824"/>
            <a:ext cx="91440" cy="91440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设备（必需）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Native Memory Trace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6968" y="3502152"/>
            <a:ext cx="91440" cy="91440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DFX 小包（必需）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1188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hiprofiler 数据采集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95020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70832"/>
            <a:ext cx="5038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clone https://gitcode.com/hdcck/harmonyos-memory-analyzer.git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harmonyos-memory-analyzer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+x scripts/*.sh scripts/*.py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9632" y="1517904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一键抓取（事件模式）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1792224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938528"/>
            <a:ext cx="503834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事件模式（推荐）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./scripts/memory_analyze.sh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--package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com.example.app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--config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hiprofiler_nativehook_event.txt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ct val="122000"/>
              </a:lnSpc>
              <a:buNone/>
            </a:pP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启用归因分析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./scripts/memory_analyze.sh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com.example.app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--attribution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algn="l" indent="0" marL="0">
              <a:lnSpc>
                <a:spcPct val="122000"/>
              </a:lnSpc>
              <a:buNone/>
            </a:pP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带屏幕截屏同步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./scripts/memory_analyze.sh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com.tencent.wechat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--screen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199632" y="395020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提示词示例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9632" y="4224528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EAF1FE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370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4370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用事件模式抓取 com.example.app 的 Native Memory，60 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791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93408" y="47914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抓取并分析鸿蒙应用内存峰值，生成深度报告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93408" y="5212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用事件模式抓取小红书内存，60秒，--attribution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命令行用法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核心脚本参数一览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memory_analyze.sh — 抓取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83664"/>
            <a:ext cx="503834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--package,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包名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目标应用包名（必需）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--duration,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秒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抓取时长（默认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--config, 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文件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配置文件（推荐 event.txt）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--type,   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类型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nativehook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ftrace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hidumper-only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--output, 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目录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输出目录名（可选）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--screen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采集期间同步截屏（~3FPS）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--attribution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启用归因分析（仅事件模式）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99632" y="146304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56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analyze_peak_memory.py — 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83664"/>
            <a:ext cx="503834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--db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memory.db 路径（必需）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--hidumper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mem_capture.csv（smaps，必需）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--hidumper-detail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hidumper_capture.csv（可选）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路径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报告输出路径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--peak-strategy        pss_max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anon_max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smoothed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--deep-dive            callchain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timeseries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fd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4864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E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54223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align_screen_timestamps.py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7972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峰值时刻 → 对应截屏帧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42816" y="53492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54864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54223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get_arkui_node.py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25696" y="57972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 节点树 dump 采集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36992" y="53492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9872" y="54864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E56CF"/>
          </a:solidFill>
          <a:ln/>
        </p:spPr>
      </p:sp>
      <p:sp>
        <p:nvSpPr>
          <p:cNvPr id="25" name="Text 23"/>
          <p:cNvSpPr/>
          <p:nvPr/>
        </p:nvSpPr>
        <p:spPr>
          <a:xfrm>
            <a:off x="8357616" y="54223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analyze_single_so.py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19872" y="57972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 SO 内存分配深度分析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核心算法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智能穿透归属逻辑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调用栈穿透示例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3852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568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828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libark_jsruntime.so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9842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25112" y="2002536"/>
            <a:ext cx="1362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62432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426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5146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libace_napi.z.so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26700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4325112" y="2688336"/>
            <a:ext cx="1362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31012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284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32004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libuv.so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33558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25112" y="3374136"/>
            <a:ext cx="1362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1EC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399592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142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3886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libc++.so  operator new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40416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3" name="Text 31"/>
          <p:cNvSpPr/>
          <p:nvPr/>
        </p:nvSpPr>
        <p:spPr>
          <a:xfrm>
            <a:off x="4325112" y="4059936"/>
            <a:ext cx="1362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56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DF1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68172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883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70001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83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libnative_hook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97680" y="47274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/>
        </p:spPr>
      </p:sp>
      <p:sp>
        <p:nvSpPr>
          <p:cNvPr id="39" name="Text 37"/>
          <p:cNvSpPr/>
          <p:nvPr/>
        </p:nvSpPr>
        <p:spPr>
          <a:xfrm>
            <a:off x="4325112" y="4745736"/>
            <a:ext cx="1362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8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 点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29000" y="5138928"/>
            <a:ext cx="0" cy="292608"/>
          </a:xfrm>
          <a:prstGeom prst="line">
            <a:avLst/>
          </a:prstGeom>
          <a:noFill/>
          <a:ln w="25400">
            <a:solidFill>
              <a:srgbClr val="0A59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5138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" y="5468112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0A59F7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" y="5486400"/>
            <a:ext cx="5157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归属到更上层的业务调用者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14630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穿透规则（4 步）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583680" y="1883664"/>
            <a:ext cx="256032" cy="256032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6" name="Text 44"/>
          <p:cNvSpPr/>
          <p:nvPr/>
        </p:nvSpPr>
        <p:spPr>
          <a:xfrm>
            <a:off x="6601968" y="19019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67728" y="1828800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 hook 点：定位 ohos_malloc_hook / libnative_hook 所在 depth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6583680" y="2450592"/>
            <a:ext cx="256032" cy="256032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9" name="Text 47"/>
          <p:cNvSpPr/>
          <p:nvPr/>
        </p:nvSpPr>
        <p:spPr>
          <a:xfrm>
            <a:off x="660196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67728" y="239572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确定归属帧：取 hook 点前一帧（depth - 1）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6583680" y="3017520"/>
            <a:ext cx="256032" cy="256032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52" name="Text 50"/>
          <p:cNvSpPr/>
          <p:nvPr/>
        </p:nvSpPr>
        <p:spPr>
          <a:xfrm>
            <a:off x="6601968" y="30358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67728" y="296265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穿透基础设施库：若归属帧是基础设施库，向上查找首个非基础设施库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583680" y="3584448"/>
            <a:ext cx="256032" cy="256032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55" name="Text 53"/>
          <p:cNvSpPr/>
          <p:nvPr/>
        </p:nvSpPr>
        <p:spPr>
          <a:xfrm>
            <a:off x="6601968" y="36027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67728" y="3529584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归属业务库：该调用链内存归属于穿透后的帧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6492240" y="42245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基础设施库清单（自动穿透）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92240" y="4572000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01968" y="46908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A6478"/>
          </a:solidFill>
          <a:ln/>
        </p:spPr>
      </p:sp>
      <p:sp>
        <p:nvSpPr>
          <p:cNvPr id="60" name="Text 58"/>
          <p:cNvSpPr/>
          <p:nvPr/>
        </p:nvSpPr>
        <p:spPr>
          <a:xfrm>
            <a:off x="6784848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C/C++ 标准库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84848" y="48371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ld-musl · libc++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098280" y="4572000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08008" y="46908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E56CF"/>
          </a:solidFill>
          <a:ln/>
        </p:spPr>
      </p:sp>
      <p:sp>
        <p:nvSpPr>
          <p:cNvPr id="64" name="Text 62"/>
          <p:cNvSpPr/>
          <p:nvPr/>
        </p:nvSpPr>
        <p:spPr>
          <a:xfrm>
            <a:off x="9390888" y="46177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ArkTS 运行时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390888" y="48371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ark_jsruntime · ace_napi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92240" y="5138928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01968" y="525780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E8A8A"/>
          </a:solidFill>
          <a:ln/>
        </p:spPr>
      </p:sp>
      <p:sp>
        <p:nvSpPr>
          <p:cNvPr id="68" name="Text 66"/>
          <p:cNvSpPr/>
          <p:nvPr/>
        </p:nvSpPr>
        <p:spPr>
          <a:xfrm>
            <a:off x="6784848" y="518464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事件循环/协程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784848" y="54041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libuv · libffrt · taskpool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098280" y="5138928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08008" y="525780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E8830C"/>
          </a:solidFill>
          <a:ln/>
        </p:spPr>
      </p:sp>
      <p:sp>
        <p:nvSpPr>
          <p:cNvPr id="72" name="Text 70"/>
          <p:cNvSpPr/>
          <p:nvPr/>
        </p:nvSpPr>
        <p:spPr>
          <a:xfrm>
            <a:off x="9390888" y="518464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Hook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390888" y="54041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libnative_hook · libdfmalloc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492240" y="5705856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01968" y="582472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B47B8"/>
          </a:solidFill>
          <a:ln/>
        </p:spPr>
      </p:sp>
      <p:sp>
        <p:nvSpPr>
          <p:cNvPr id="76" name="Text 74"/>
          <p:cNvSpPr/>
          <p:nvPr/>
        </p:nvSpPr>
        <p:spPr>
          <a:xfrm>
            <a:off x="6784848" y="57515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硬件抽象层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784848" y="5971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libdh-linux · libhmulibs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098280" y="5705856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08008" y="582472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A6478"/>
          </a:solidFill>
          <a:ln/>
        </p:spPr>
      </p:sp>
      <p:sp>
        <p:nvSpPr>
          <p:cNvPr id="80" name="Text 78"/>
          <p:cNvSpPr/>
          <p:nvPr/>
        </p:nvSpPr>
        <p:spPr>
          <a:xfrm>
            <a:off x="9390888" y="57515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系统目录库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390888" y="5971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 · /lib · /liblinux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归因报告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attribution_report.md · 10 章节结构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17904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8249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1636776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53312" y="1929384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各内存类型 分配 / 释放 / 未释放 汇总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77356" y="1517904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3660" y="168249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16" name="Text 14"/>
          <p:cNvSpPr/>
          <p:nvPr/>
        </p:nvSpPr>
        <p:spPr>
          <a:xfrm>
            <a:off x="6451092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2028" y="1636776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差距分析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82028" y="1929384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归因报告 vs hidumper PSS 差距来源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2510028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26746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7020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3312" y="2628900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Heap 归因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53312" y="2921508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SO + Top 调用链（穿透到应用 SO）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77356" y="2510028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3660" y="26746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51092" y="27020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2028" y="2628900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ARKTS Heap 归因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82028" y="2921508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包 + 包×函数 + Top 调用链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48640" y="350215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366674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53312" y="3621024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ION 归因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53312" y="3913632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 缓冲区归属到应用 SO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277356" y="350215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3660" y="366674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36" name="Text 34"/>
          <p:cNvSpPr/>
          <p:nvPr/>
        </p:nvSpPr>
        <p:spPr>
          <a:xfrm>
            <a:off x="6451092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2028" y="3621024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归因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82028" y="3913632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Vulkan + OpenGL ES 归属应用 SO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" y="449427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" y="46588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" y="4686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53312" y="4613148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 Heap 归因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353312" y="4905756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V8 JS 堆归属到应用 SO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277356" y="449427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3660" y="46588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46" name="Text 44"/>
          <p:cNvSpPr/>
          <p:nvPr/>
        </p:nvSpPr>
        <p:spPr>
          <a:xfrm>
            <a:off x="6451092" y="4686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082028" y="4613148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filepage other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82028" y="4905756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Preferences / ashmem（取自 smaps）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548640" y="548640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" y="5650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51" name="Text 49"/>
          <p:cNvSpPr/>
          <p:nvPr/>
        </p:nvSpPr>
        <p:spPr>
          <a:xfrm>
            <a:off x="722376" y="5678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353312" y="5605272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代码段映射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353312" y="58978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库代码段 PSS / RSS / Size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6277356" y="548640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23660" y="5650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E"/>
          </a:solidFill>
          <a:ln/>
        </p:spPr>
      </p:sp>
      <p:sp>
        <p:nvSpPr>
          <p:cNvPr id="56" name="Text 54"/>
          <p:cNvSpPr/>
          <p:nvPr/>
        </p:nvSpPr>
        <p:spPr>
          <a:xfrm>
            <a:off x="6451092" y="5678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082028" y="5605272"/>
            <a:ext cx="4357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 内存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082028" y="58978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已换出页面分布（取自 smaps）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产物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输出文件结构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事件模式 / 统计模式  output/nativehook_&lt;timestamp&gt;/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7315200" cy="4160520"/>
          </a:xfrm>
          <a:prstGeom prst="roundRect">
            <a:avLst>
              <a:gd name="adj" fmla="val 2198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01952"/>
            <a:ext cx="6912864" cy="3867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memory.htrace            # 原始 trace 文件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memory.db                # SQLite 数据库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mem_capture.csv          # smaps（19 列，PSS 时序）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hidumper_capture.csv     # hidumper --mem（20 列）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smaps_detail.csv         # 逐映射明细（按 SO 聚合）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analysis_report.md       # 峰值分析主报告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hidumper_analysis.md     # hidumper 深度分析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attribution_report.md    # 归因报告（--attribution）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screen_capture/          # 屏幕截屏（--screen）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frames/                # 截屏帧（JPEG）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timestamps.csv         # 对齐时间戳（rel_sec）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algn="l" indent="0" marL="0">
              <a:lnSpc>
                <a:spcPct val="12600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metadata.json            # 元数据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46720" y="1463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其他模式产物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556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83664"/>
            <a:ext cx="54864" cy="1225296"/>
          </a:xfrm>
          <a:prstGeom prst="roundRect">
            <a:avLst>
              <a:gd name="adj" fmla="val 50000"/>
            </a:avLst>
          </a:prstGeom>
          <a:solidFill>
            <a:srgbClr val="0E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8470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采样模式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75320" y="2103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hidumper-only_&lt;app&gt;_&lt;ts&gt;/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75320" y="23591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hidumper_raw.txt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8275320" y="257860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hidumper_capture.csv（13列）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8275320" y="27980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mem_capture.csv（19列）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8275320" y="30175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hidumper_analysis.md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046720" y="3273552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401568"/>
            <a:ext cx="54864" cy="1225296"/>
          </a:xfrm>
          <a:prstGeom prst="roundRect">
            <a:avLst>
              <a:gd name="adj" fmla="val 50000"/>
            </a:avLst>
          </a:prstGeom>
          <a:solidFill>
            <a:srgbClr val="6E56CF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3649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6210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data_&lt;app&gt;_&lt;ts&gt;/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5320" y="38770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hidumper_capture.csv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8275320" y="40965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mem_capture.csv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275320" y="43159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memory_time_series.png ★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275320" y="45354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（PSS 趋势图 + 峰值标记）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8046720" y="4791456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919472"/>
            <a:ext cx="54864" cy="1225296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88289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75320" y="539496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不采 trace，不生成 memory.db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75320" y="561441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截屏帧与 trace 共享 rel_sec 时间轴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8275320" y="583387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smaps_detail.csv 按 SO 聚合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经验沉淀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专家经验模板 P001–P007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9143771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029200"/>
                <a:gridCol w="1143000"/>
                <a:gridCol w="40965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 Trace 信号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33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HEIF 解码器缓冲区泄漏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PixelMap 持续增长不释放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图片解码尺寸过大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EXTRawData 高 / 解码尺寸 &gt;&gt; 显示尺寸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页面切换资源重叠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页面切换峰值不回落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ION DMA Buffer 泄漏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3E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ION / DMA 持续增长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PixelMap 转 Buffer 中间拷贝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PixelMap 反复 readPixels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Worker 线程反序列化大对象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83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Worker 线程堆持续增长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P007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图形引擎线程池缓冲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1A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图形线程池常驻缓冲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50992"/>
            <a:ext cx="11091672" cy="676656"/>
          </a:xfrm>
          <a:prstGeom prst="roundRect">
            <a:avLst>
              <a:gd name="adj" fmla="val 13514"/>
            </a:avLst>
          </a:prstGeom>
          <a:solidFill>
            <a:srgbClr val="EAF1FE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58521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 trace 时自动加载专家模板，逐场景匹配并给出优化建议；可复制空白模板（ID+名称 / 优先级 / Trace 信号 / ArkTS 入口 / 根因 / 方案 / 验证 7 字段）扩展场景列表。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A59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5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目录结构与核心价值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应用内存分析工具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4063" y="6556248"/>
            <a:ext cx="64008" cy="64008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1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项目目录结构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16233B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01952"/>
            <a:ext cx="5632704" cy="3867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harmonyos-memory-analyzer/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     # 使用指南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memory_analyze.sh    # 一键抓取+解析+分析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analyze_peak_memory.py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analyze_attribution.py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analyze_arkts_packages.py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analyze_single_so.py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get_arkui_node.py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analyze_arkui_node.py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configs/                 # hiprofiler 配置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references/              # 内部经验文档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algn="l" indent="0" marL="0">
              <a:lnSpc>
                <a:spcPct val="126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                  # 用户教程 / 实战指南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812280" y="1755648"/>
            <a:ext cx="482803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883664"/>
            <a:ext cx="54864" cy="294436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9385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4414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精确峰值 + 泄漏检测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1832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事件模式逐分配/释放记录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132320" y="28986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智能穿透归属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1832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跳过基础设施库，定位业务调用者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132320" y="33558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章节归因报告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1832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Native/ARKTS/ION/GPU/JS/SO/Swap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132320" y="38130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屏幕截屏同步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内存事件 ↔ 用户操作关联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132320" y="42702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A59F7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1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专家模板 P001–P007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1832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自动匹配优化建议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812280" y="5138928"/>
            <a:ext cx="4828032" cy="566928"/>
          </a:xfrm>
          <a:prstGeom prst="roundRect">
            <a:avLst>
              <a:gd name="adj" fmla="val 16129"/>
            </a:avLst>
          </a:prstGeom>
          <a:solidFill>
            <a:srgbClr val="0A1633"/>
          </a:solidFill>
          <a:ln/>
        </p:spPr>
      </p:sp>
      <p:sp>
        <p:nvSpPr>
          <p:cNvPr id="31" name="Text 29"/>
          <p:cNvSpPr/>
          <p:nvPr/>
        </p:nvSpPr>
        <p:spPr>
          <a:xfrm>
            <a:off x="6839712" y="5157216"/>
            <a:ext cx="4773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gitcode.com/hdcck/harmonyos-memory-analyzer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594360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鸿蒙应用 Native Memory / Ftrace 抓取与分析工具链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gitcode.com/hdcck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HarmonyOS 应用内存分析工具</dc:title>
  <dc:subject>HarmonyOS 应用内存分析工具</dc:subject>
  <dc:creator>TRAE</dc:creator>
  <cp:lastModifiedBy>TRAE</cp:lastModifiedBy>
  <cp:revision>1</cp:revision>
  <dcterms:created xsi:type="dcterms:W3CDTF">2026-08-31T08:13:29Z</dcterms:created>
  <dcterms:modified xsi:type="dcterms:W3CDTF">2026-08-31T08:13:29Z</dcterms:modified>
</cp:coreProperties>
</file>